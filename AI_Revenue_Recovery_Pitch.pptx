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572000" cy="457200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REVENUE RECOVERY CONTROLLER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AI recovery for the revenue merchants lose every day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 Diagnose. Recover. Verify. Automatically — with humans in control of the money.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PITCH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Merchants lose revenue every day — and nothing closes 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30552"/>
            <a:ext cx="2514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2194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130552"/>
            <a:ext cx="2514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abandonment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2194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130552"/>
            <a:ext cx="2514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payment failures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703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639312"/>
            <a:ext cx="2514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invoices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347472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3703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639312"/>
            <a:ext cx="2514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payment failures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55280" y="347472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3880" y="3703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838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3639312"/>
            <a:ext cx="2514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intend to pay, but never complete it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0120" y="534924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 detect that money was lost — but it doesn't intelligently understand why, choose the best recovery action, execute it, and verify the money actually came back.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closed-loop AI agent — not a chatbot, not a prediction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24688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revenue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2834640"/>
            <a:ext cx="160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17420" y="237744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90572" y="24688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34740" y="2834640"/>
            <a:ext cx="160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94760" y="237744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67912" y="24688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834640"/>
            <a:ext cx="160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72100" y="237744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45252" y="24688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recovery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89420" y="2834640"/>
            <a:ext cx="160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9440" y="237744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22592" y="24688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merchant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834640"/>
            <a:ext cx="160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26780" y="237744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9932" y="24688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via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944100" y="2834640"/>
            <a:ext cx="160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04120" y="237744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1FA77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77272" y="24688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outcome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measure ₹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closed-loop revenue recovery: every recovered rupee is measured and every action is auditable.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scenarios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launch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₹10K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autonomous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(guardrail)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days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recovery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PRINCIPLE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never gets unrestricted control over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2A38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an action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0" y="233172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2A38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against guardrails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406640" y="2331720"/>
            <a:ext cx="2834640" cy="685800"/>
          </a:xfrm>
          <a:prstGeom prst="roundRect">
            <a:avLst>
              <a:gd name="adj" fmla="val 12000"/>
            </a:avLst>
          </a:prstGeom>
          <a:solidFill>
            <a:srgbClr val="1FA7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06640" y="2331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→ Razorpay 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3200400"/>
            <a:ext cx="2834640" cy="6858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0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→ Human review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5537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407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retry attempts: 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45537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4407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transaction: ₹10,000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2395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5093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customer contacts: 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52395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5093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window: 7 days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+ gated + explainable + auditable — the hackathon's core requirement, met directly.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SCOPE — MVP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scenarios — enough variety, without scope creep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Payment Recovery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failed → diagnose → retry / payment link → verify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Abandonment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abandoned → understand context → recovery intervention → completed?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Recovery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5661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payment failed → analyze history → bounded retry/reminder → verify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agent + tooling architecture — Insurance Premium Recovery, Churn Recovery, and platform-level Revenue/Volume Recovery are next.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Production-grade from day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40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240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Tailwind CSS · Recharts · WebSocket/SSE live feed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36118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· Pydantic · SQLAlchemy · PostgreSQL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166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983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9834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(Gemini/GPT) · LangGraph orchestration · tool calling &amp; structured outputs · policy-based reasoning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Engine-agnostic repository layer (AbstractRepository) — SQLite for MVP, Postgres/Mongo-ready.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METRIC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Star: ₹ Revenue Recovered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603504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8716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₹5,00,000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analyzed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93008"/>
            <a:ext cx="4345229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493008"/>
            <a:ext cx="4070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attempts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98848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498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recoveries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504688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50468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286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A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₹1,72,400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 (illustrative)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931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34.5%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440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tracked: false/unsafe actions prevented, avg. recovery time, unresolved cases.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detection. Not a chatbot.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recovery, verified in ₹.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3456432"/>
            <a:ext cx="146304" cy="146304"/>
          </a:xfrm>
          <a:prstGeom prst="ellipse">
            <a:avLst/>
          </a:prstGeom>
          <a:solidFill>
            <a:srgbClr val="1FA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310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gated, explainable, auditable — safe by design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050792"/>
            <a:ext cx="146304" cy="146304"/>
          </a:xfrm>
          <a:prstGeom prst="ellipse">
            <a:avLst/>
          </a:prstGeom>
          <a:solidFill>
            <a:srgbClr val="1FA7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9044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working MVP scenarios, 5 more scoped for scale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4645152"/>
            <a:ext cx="146304" cy="146304"/>
          </a:xfrm>
          <a:prstGeom prst="ellipse">
            <a:avLst/>
          </a:prstGeom>
          <a:solidFill>
            <a:srgbClr val="1FA7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4988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stack: FastAPI + Next.js + LangGraph, not a demo hack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760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close the loop on lost revenue.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2026-09-05T12:23:04Z</dcterms:created>
  <dcterms:modified xsi:type="dcterms:W3CDTF">2026-09-05T12:23:04Z</dcterms:modified>
</cp:coreProperties>
</file>